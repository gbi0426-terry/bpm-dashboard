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生產排程系統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</a:rPr>
              <a:t>智慧化排程 · 異常即時應對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</a:rPr>
              <a:t>派工精準管控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2743200" cy="411480"/>
          </a:xfrm>
          <a:prstGeom prst="round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SSE + ESE 雙引擎架構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502920"/>
            <a:ext cx="3337560" cy="393192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0" descr="/tmp/ss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548640"/>
            <a:ext cx="32461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18872"/>
            <a:ext cx="1371600" cy="301752"/>
          </a:xfrm>
          <a:prstGeom prst="round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188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產品定位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4008" cy="53035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什麼是生產排程系統？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5"/>
                </a:solidFill>
              </a:rPr>
              <a:t>一套整合「排程計畫、異常監控、重排程、派工管理」的全流程生產管控平台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5"/>
                </a:solidFill>
              </a:rPr>
              <a:t>從接單到出貨，全程可視化追蹤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5"/>
                </a:solidFill>
              </a:rPr>
              <a:t>系統自動排程，人工干預降至最低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5"/>
                </a:solidFill>
              </a:rPr>
              <a:t>支援多工單、多機台、多工序並行管理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5"/>
                </a:solidFill>
              </a:rPr>
              <a:t>單一 HTML 檔案即可部署，無需安裝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3886200" cy="3474720"/>
          </a:xfrm>
          <a:prstGeom prst="rect">
            <a:avLst/>
          </a:prstGeom>
          <a:solidFill>
            <a:srgbClr val="E8EDF5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17320"/>
            <a:ext cx="38862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47488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1224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49047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3" name="Image 0" descr="/tmp/ss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73352"/>
            <a:ext cx="3886200" cy="3218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18872"/>
            <a:ext cx="1371600" cy="301752"/>
          </a:xfrm>
          <a:prstGeom prst="round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188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核心功能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4008" cy="53035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六大核心功能模組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50876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184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📊 儀表板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" y="2148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即時 KPI · 瓶頸分析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生產效率一覽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2968" y="150876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6184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📅 排程計畫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64408" y="2148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自動派工 · 工序分配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準交率顯示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53328" y="150876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6184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📈 甘特圖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44768" y="2148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機台時程可視化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工單進度追蹤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" y="2944368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05409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🚨 異常監控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" y="35844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設備故障 · 缺料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急單即時告警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72968" y="2944368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305409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🔄 重排程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64408" y="35844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自動重新分配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人類可讀影響分析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53328" y="2944368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305409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👷 派工管理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44768" y="35844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工程師指派 · 進度回報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完工確認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18872"/>
            <a:ext cx="1371600" cy="301752"/>
          </a:xfrm>
          <a:prstGeom prst="round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188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功能亮點①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4008" cy="53035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SSE 智慧排程引擎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採用 EDD（最早到期日）＋ SPT（最短工時）啟發式演算法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自動考量機台可用性、工序依賴順序、產能上限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每次排程毫秒內完成，即時反應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每張工單自動提供最佳達交策略建議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支援緊急插單、優先級動態調整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3886200" cy="3474720"/>
          </a:xfrm>
          <a:prstGeom prst="rect">
            <a:avLst/>
          </a:prstGeom>
          <a:solidFill>
            <a:srgbClr val="E8EDF5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17320"/>
            <a:ext cx="38862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47488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1224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49047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3" name="Image 0" descr="/tmp/ss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73352"/>
            <a:ext cx="3886200" cy="3218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18872"/>
            <a:ext cx="1371600" cy="301752"/>
          </a:xfrm>
          <a:prstGeom prst="round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188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功能亮點②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4008" cy="53035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ESE 異常排程引擎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支援三類異常：設備故障、缺料、急單插入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異常發生後自動觸發重排程，秒級完成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重排結果人類可讀：故障機台、受影響工單一目了然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備用機台自動切換 vs 無備用機台分別呈現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可出貨準交率：僅計算可生產工單，數字真實可信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3886200" cy="3474720"/>
          </a:xfrm>
          <a:prstGeom prst="rect">
            <a:avLst/>
          </a:prstGeom>
          <a:solidFill>
            <a:srgbClr val="E8EDF5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17320"/>
            <a:ext cx="38862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47488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1224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49047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3" name="Image 0" descr="/tmp/ss_anoma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73352"/>
            <a:ext cx="3886200" cy="3218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18872"/>
            <a:ext cx="1371600" cy="301752"/>
          </a:xfrm>
          <a:prstGeom prst="round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188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功能亮點③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4008" cy="53035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精準派工管理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即時顯示工程師狀態：可用、忙碌、派工中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技能自動匹配：依異常類型推薦符合技能工程師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手動指派：選異常 → 選工程師 → 設定預計完成時間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任務卡片：顯示處理進度條、備註、已過時間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5"/>
                </a:solidFill>
              </a:rPr>
              <a:t>一鍵完工：確認後自動恢復機台、更新排程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3886200" cy="3474720"/>
          </a:xfrm>
          <a:prstGeom prst="rect">
            <a:avLst/>
          </a:prstGeom>
          <a:solidFill>
            <a:srgbClr val="E8EDF5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17320"/>
            <a:ext cx="38862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47488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1224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49047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3" name="Image 0" descr="/tmp/ss_dis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73352"/>
            <a:ext cx="3886200" cy="3218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18872"/>
            <a:ext cx="1371600" cy="301752"/>
          </a:xfrm>
          <a:prstGeom prst="round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188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導入效益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4008" cy="53035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導入後的具體效益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508760"/>
            <a:ext cx="4133088" cy="1481328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508760"/>
            <a:ext cx="64008" cy="1481328"/>
          </a:xfrm>
          <a:prstGeom prst="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45920"/>
            <a:ext cx="3904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6EF2"/>
                </a:solidFill>
              </a:rPr>
              <a:t>📈  效率提升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" y="2103120"/>
            <a:ext cx="390448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排程時間：數小時 → 秒級完成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人工排程錯誤率降低 80%+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81728" y="1508760"/>
            <a:ext cx="4133088" cy="148132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508760"/>
            <a:ext cx="64008" cy="148132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45920"/>
            <a:ext cx="3904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48C"/>
                </a:solidFill>
              </a:rPr>
              <a:t>📊  可視化管理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90448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工單、機台、工程師狀態一覽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管理層隨時掌握生產全貌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3127248"/>
            <a:ext cx="4133088" cy="148132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127248"/>
            <a:ext cx="64008" cy="14813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264408"/>
            <a:ext cx="3904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43"/>
                </a:solidFill>
              </a:rPr>
              <a:t>⚡  快速應變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" y="3721608"/>
            <a:ext cx="390448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異常秒級重排，損失最小化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備用機台自動切換，無需人工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1728" y="3127248"/>
            <a:ext cx="4133088" cy="1481328"/>
          </a:xfrm>
          <a:prstGeom prst="rect">
            <a:avLst/>
          </a:prstGeom>
          <a:solidFill>
            <a:srgbClr val="FDF4FF"/>
          </a:solidFill>
          <a:ln w="12700">
            <a:solidFill>
              <a:srgbClr val="FDF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3127248"/>
            <a:ext cx="64008" cy="148132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64408"/>
            <a:ext cx="3904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CFC"/>
                </a:solidFill>
              </a:rPr>
              <a:t>💰  成本節省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721608"/>
            <a:ext cx="390448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減少人工排程人力需求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降低延誤與違約風險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118872"/>
            <a:ext cx="1371600" cy="301752"/>
          </a:xfrm>
          <a:prstGeom prst="round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188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技術架構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64008" cy="53035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7132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技術架構說明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12700">
            <a:solidFill>
              <a:srgbClr val="3D4E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5029200" cy="621792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63040"/>
            <a:ext cx="64008" cy="621792"/>
          </a:xfrm>
          <a:prstGeom prst="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463040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🖥  前端層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</a:rPr>
              <a:t>  HTML5 · CSS3 · JavaScript（無框架依賴）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5029200" cy="621792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94560"/>
            <a:ext cx="64008" cy="62179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194560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SSE 排程引擎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</a:rPr>
              <a:t>  EDD+SPT 演算法 · 純整數毫秒運算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029200" cy="621792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926080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🔄  ESE 異常引擎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</a:rPr>
              <a:t>  快照比對 · 乾淨基線重排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5029200" cy="621792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57600"/>
            <a:ext cx="64008" cy="62179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57600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圖表層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</a:rPr>
              <a:t>  Chart.js 4.4 · 甘特圖 · 瓶頸分析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5029200" cy="621792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89120"/>
            <a:ext cx="64008" cy="6217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389120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🔌  對接層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</a:rPr>
              <a:t>  預留 REST API · 可對接 ERP / MES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60720" y="1417320"/>
            <a:ext cx="3017520" cy="347472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6EF2"/>
                </a:solidFill>
              </a:rPr>
              <a:t>部署方式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2075688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單一 HTML 檔案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無需安裝 · 無需伺服器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可嵌入內網或 ERP 系統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4343400"/>
            <a:ext cx="777240" cy="292608"/>
          </a:xfrm>
          <a:prstGeom prst="round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43434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ERP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4343400"/>
            <a:ext cx="777240" cy="292608"/>
          </a:xfrm>
          <a:prstGeom prst="round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3434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6680" y="4343400"/>
            <a:ext cx="777240" cy="292608"/>
          </a:xfrm>
          <a:prstGeom prst="round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43434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瀏覽器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18872"/>
            <a:ext cx="1371600" cy="301752"/>
          </a:xfrm>
          <a:prstGeom prst="round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188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導入路徑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4008" cy="53035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系統導入三步驟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121408"/>
            <a:ext cx="66751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1801368"/>
            <a:ext cx="640080" cy="640080"/>
          </a:xfrm>
          <a:prstGeom prst="ellipse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" y="24231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542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6EF2"/>
                </a:solidFill>
              </a:rPr>
              <a:t>資料建檔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" y="2971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1–2 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3310128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匯入工單、機台、工序資料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確認標準工時與產能參數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1801368"/>
            <a:ext cx="640080" cy="64008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46120" y="24231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542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5CFC"/>
                </a:solidFill>
              </a:rPr>
              <a:t>試行排程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2971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2–4 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310128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平行運行（系統 vs 人工對比）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調整優先級與異常閾值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50608" y="1801368"/>
            <a:ext cx="640080" cy="64008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44768" y="24231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81928" y="2542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48C"/>
                </a:solidFill>
              </a:rPr>
              <a:t>正式上線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81928" y="2971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持續優化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81928" y="3310128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全面切換系統排程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45"/>
                </a:solidFill>
              </a:rPr>
              <a:t>教育訓練 · 操作手冊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6EF2"/>
          </a:solidFill>
          <a:ln w="12700">
            <a:solidFill>
              <a:srgbClr val="4E6E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772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讓生產管理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5B4FC"/>
                </a:solidFill>
              </a:rPr>
              <a:t>從繁複走向智慧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200400" y="2907792"/>
            <a:ext cx="2743200" cy="4572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12724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FE"/>
                </a:solidFill>
              </a:rPr>
              <a:t>✓  本系統已通過多場景模擬驗證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7D2FE"/>
                </a:solidFill>
              </a:rPr>
              <a:t>✓  可依客戶需求客製化擴充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7D2FE"/>
                </a:solidFill>
              </a:rPr>
              <a:t>✓  歡迎安排 Demo 展示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0" y="4187952"/>
            <a:ext cx="5120640" cy="658368"/>
          </a:xfrm>
          <a:prstGeom prst="round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418795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DB5"/>
                </a:solidFill>
              </a:rPr>
              <a:t>聯絡人：________________　｜　Email：________________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生產排程系統產品介紹</dc:subject>
  <dc:creator>SSE+ESE System</dc:creator>
  <cp:lastModifiedBy>SSE+ESE System</cp:lastModifiedBy>
  <cp:revision>1</cp:revision>
  <dcterms:created xsi:type="dcterms:W3CDTF">2026-04-13T05:22:13Z</dcterms:created>
  <dcterms:modified xsi:type="dcterms:W3CDTF">2026-04-13T05:22:13Z</dcterms:modified>
</cp:coreProperties>
</file>